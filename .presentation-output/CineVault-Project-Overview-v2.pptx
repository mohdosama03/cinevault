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718a674f1f4646" /><Relationship Type="http://schemas.openxmlformats.org/officeDocument/2006/relationships/extended-properties" Target="/docProps/app.xml" Id="Rcd5d09242f544d09" /><Relationship Type="http://schemas.openxmlformats.org/officeDocument/2006/relationships/officeDocument" Target="/ppt/presentation.xml" Id="Rd787a12897b043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3cead79c14b41"/>
  </p:sldMasterIdLst>
  <p:notesMasterIdLst>
    <p:notesMasterId xmlns:r="http://schemas.openxmlformats.org/officeDocument/2006/relationships" r:id="R6b1812bc58024798"/>
  </p:notesMasterIdLst>
  <p:sldIdLst>
    <p:sldId xmlns:r="http://schemas.openxmlformats.org/officeDocument/2006/relationships" id="256" r:id="R11c643f92a734fea"/>
    <p:sldId xmlns:r="http://schemas.openxmlformats.org/officeDocument/2006/relationships" id="257" r:id="R52f5f578412b429f"/>
    <p:sldId xmlns:r="http://schemas.openxmlformats.org/officeDocument/2006/relationships" id="258" r:id="R20a31cd03bc9414a"/>
    <p:sldId xmlns:r="http://schemas.openxmlformats.org/officeDocument/2006/relationships" id="259" r:id="R43478293ff5d4e75"/>
    <p:sldId xmlns:r="http://schemas.openxmlformats.org/officeDocument/2006/relationships" id="260" r:id="R389810f7fb614f5b"/>
    <p:sldId xmlns:r="http://schemas.openxmlformats.org/officeDocument/2006/relationships" id="261" r:id="R2ec2050cc73243d0"/>
    <p:sldId xmlns:r="http://schemas.openxmlformats.org/officeDocument/2006/relationships" id="262" r:id="Rd7fae0a40a6c49c8"/>
    <p:sldId xmlns:r="http://schemas.openxmlformats.org/officeDocument/2006/relationships" id="263" r:id="Rfad8271b7281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1d99a55964f71" /><Relationship Type="http://schemas.openxmlformats.org/officeDocument/2006/relationships/slideMaster" Target="/ppt/slideMasters/slideMaster1.xml" Id="R4693cead79c14b41" /><Relationship Type="http://schemas.openxmlformats.org/officeDocument/2006/relationships/notesMaster" Target="/ppt/notesMasters/notesMaster1.xml" Id="R6b1812bc58024798" /><Relationship Type="http://schemas.openxmlformats.org/officeDocument/2006/relationships/presProps" Target="/ppt/presProps.xml" Id="R7d99fa93924246d0" /><Relationship Type="http://schemas.openxmlformats.org/officeDocument/2006/relationships/tableStyles" Target="/ppt/tableStyles.xml" Id="R97a4a292e83b473f" /><Relationship Type="http://schemas.openxmlformats.org/officeDocument/2006/relationships/slide" Target="/ppt/slides/slide1.xml" Id="R11c643f92a734fea" /><Relationship Type="http://schemas.openxmlformats.org/officeDocument/2006/relationships/slide" Target="/ppt/slides/slide2.xml" Id="R52f5f578412b429f" /><Relationship Type="http://schemas.openxmlformats.org/officeDocument/2006/relationships/slide" Target="/ppt/slides/slide3.xml" Id="R20a31cd03bc9414a" /><Relationship Type="http://schemas.openxmlformats.org/officeDocument/2006/relationships/slide" Target="/ppt/slides/slide4.xml" Id="R43478293ff5d4e75" /><Relationship Type="http://schemas.openxmlformats.org/officeDocument/2006/relationships/slide" Target="/ppt/slides/slide5.xml" Id="R389810f7fb614f5b" /><Relationship Type="http://schemas.openxmlformats.org/officeDocument/2006/relationships/slide" Target="/ppt/slides/slide6.xml" Id="R2ec2050cc73243d0" /><Relationship Type="http://schemas.openxmlformats.org/officeDocument/2006/relationships/slide" Target="/ppt/slides/slide7.xml" Id="Rd7fae0a40a6c49c8" /><Relationship Type="http://schemas.openxmlformats.org/officeDocument/2006/relationships/slide" Target="/ppt/slides/slide8.xml" Id="Rfad8271b7281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298b7e90044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17f19f00ad4127" /><Relationship Type="http://schemas.openxmlformats.org/officeDocument/2006/relationships/notesMaster" Target="/ppt/notesMasters/notesMaster1.xml" Id="R67b5f39c369a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f2878921fe44e4" /><Relationship Type="http://schemas.openxmlformats.org/officeDocument/2006/relationships/notesMaster" Target="/ppt/notesMasters/notesMaster1.xml" Id="Rcdb782133744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43f35484264663" /><Relationship Type="http://schemas.openxmlformats.org/officeDocument/2006/relationships/notesMaster" Target="/ppt/notesMasters/notesMaster1.xml" Id="Rc173ee3abf0e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ff90377e3434f" /><Relationship Type="http://schemas.openxmlformats.org/officeDocument/2006/relationships/notesMaster" Target="/ppt/notesMasters/notesMaster1.xml" Id="Rff4d6d3ed88f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39b770c6c4bb7" /><Relationship Type="http://schemas.openxmlformats.org/officeDocument/2006/relationships/notesMaster" Target="/ppt/notesMasters/notesMaster1.xml" Id="R857ef57330f2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c902836b2e4b41" /><Relationship Type="http://schemas.openxmlformats.org/officeDocument/2006/relationships/notesMaster" Target="/ppt/notesMasters/notesMaster1.xml" Id="Re62dd337f4cb4d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5a859d3eff4dcb" /><Relationship Type="http://schemas.openxmlformats.org/officeDocument/2006/relationships/notesMaster" Target="/ppt/notesMasters/notesMaster1.xml" Id="R4088e6ab5cb04b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9bab9334a445de" /><Relationship Type="http://schemas.openxmlformats.org/officeDocument/2006/relationships/notesMaster" Target="/ppt/notesMasters/notesMaster1.xml" Id="R4f384eafea094b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CineVault as a front-end cinema booking prototype. The auditorium image is generated for this presentation and is not a photograph of a specific CineVault 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project is a React user interface with a client-side booking flow. It does not connect to a cinema inventory service or payment processor.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journey from the home/catalog screens through ticket generation. Seat selections and snack quantities are held in React state while the user moves through the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calls OMDb, not IMDb directly. Built-in movie data is in src/data/initialMovies.js; search and detail fetch logic is in src/services/movieApi.js. An API key is stored client-side, which is appropriate only for a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Seat availability, showtimes, cinema identity, and prices are hard-coded sample data. They do not update from a live theater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PaymentView does not contact a payment gateway. TicketView generates a deterministic visual QR-like grid from the booking ID, not a standards-compliant QR code. Saved bookings use the cv_bookings localStorage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entry point is src/main.jsx and Vite serves it on port 3000. The project also contains legacy_backup/ with a prior standalone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explaining the current scope accurately. The prototype demonstrates the journey and interface. A real service would need trusted backend systems for inventory, payments, persisted orders, and ticket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5ce039d8943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6dd4ab75442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9c801c8a341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557aadf8546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39c5e9acd4f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232f2975e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BC518-4983-4957-9A81-B1339A866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B9E69E-3A9B-4E15-81DD-AE38B7057E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2FDF4A-0268-4360-AA1E-1A0CA8804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108A9-ABF3-4893-A26B-1C01378AB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D45E2D-785A-43C5-8550-2F25ACE069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1DDC34-C2AA-4CA3-871C-943E3D62C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A93AE8-AA89-4821-841C-AAC41CA43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F538FB-7258-4FFA-AB13-7A7791B310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AC950F-E484-43A2-A6D9-3E16CE2AA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A02AD9-C208-479E-A4AA-A5D1498DC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82b90d31a4b8e" /><Relationship Type="http://schemas.openxmlformats.org/officeDocument/2006/relationships/slideLayout" Target="/ppt/slideLayouts/slideLayout1.xml" Id="R5a4ea12779db4de2" /><Relationship Type="http://schemas.openxmlformats.org/officeDocument/2006/relationships/slideLayout" Target="/ppt/slideLayouts/slideLayout2.xml" Id="R900a24f439e44da7" /><Relationship Type="http://schemas.openxmlformats.org/officeDocument/2006/relationships/slideLayout" Target="/ppt/slideLayouts/slideLayout3.xml" Id="R9140a236d3c74b6c" /><Relationship Type="http://schemas.openxmlformats.org/officeDocument/2006/relationships/slideLayout" Target="/ppt/slideLayouts/slideLayout4.xml" Id="R33777d5bd01e47dc" /><Relationship Type="http://schemas.openxmlformats.org/officeDocument/2006/relationships/slideLayout" Target="/ppt/slideLayouts/slideLayout5.xml" Id="R43945c01c5b04f5b" /><Relationship Type="http://schemas.openxmlformats.org/officeDocument/2006/relationships/slideLayout" Target="/ppt/slideLayouts/slideLayout6.xml" Id="R259b8c82acce4b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ea12779db4de2"/>
    <p:sldLayoutId xmlns:r="http://schemas.openxmlformats.org/officeDocument/2006/relationships" id="2147483650" r:id="R900a24f439e44da7"/>
    <p:sldLayoutId xmlns:r="http://schemas.openxmlformats.org/officeDocument/2006/relationships" id="2147483651" r:id="R9140a236d3c74b6c"/>
    <p:sldLayoutId xmlns:r="http://schemas.openxmlformats.org/officeDocument/2006/relationships" id="2147483652" r:id="R33777d5bd01e47dc"/>
    <p:sldLayoutId xmlns:r="http://schemas.openxmlformats.org/officeDocument/2006/relationships" id="2147483653" r:id="R43945c01c5b04f5b"/>
    <p:sldLayoutId xmlns:r="http://schemas.openxmlformats.org/officeDocument/2006/relationships" id="2147483654" r:id="R259b8c82acce4b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4f6b78b1045e1" /><Relationship Type="http://schemas.openxmlformats.org/officeDocument/2006/relationships/image" Target="/ppt/media/image.png" Id="R244ca51edfed4316" /><Relationship Type="http://schemas.openxmlformats.org/officeDocument/2006/relationships/notesSlide" Target="/ppt/notesSlides/notesSlide1.xml" Id="R62bb7cc27e804d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32ca327be48cf" /><Relationship Type="http://schemas.openxmlformats.org/officeDocument/2006/relationships/notesSlide" Target="/ppt/notesSlides/notesSlide2.xml" Id="R354f4e41bcbc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68afd4af34ea4" /><Relationship Type="http://schemas.openxmlformats.org/officeDocument/2006/relationships/notesSlide" Target="/ppt/notesSlides/notesSlide3.xml" Id="R3b8ec40f3d06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fe4f722724f31" /><Relationship Type="http://schemas.openxmlformats.org/officeDocument/2006/relationships/notesSlide" Target="/ppt/notesSlides/notesSlide4.xml" Id="Rdc8ec425e1b147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1c397d560421b" /><Relationship Type="http://schemas.openxmlformats.org/officeDocument/2006/relationships/notesSlide" Target="/ppt/notesSlides/notesSlide5.xml" Id="Rf10a25bda7c740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d365ccf134a9e" /><Relationship Type="http://schemas.openxmlformats.org/officeDocument/2006/relationships/notesSlide" Target="/ppt/notesSlides/notesSlide6.xml" Id="Rc7b390ad8eef44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01654b38449e7" /><Relationship Type="http://schemas.openxmlformats.org/officeDocument/2006/relationships/notesSlide" Target="/ppt/notesSlides/notesSlide7.xml" Id="R8a4d068be63245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05d82e86e24f61" /><Relationship Type="http://schemas.openxmlformats.org/officeDocument/2006/relationships/notesSlide" Target="/ppt/notesSlides/notesSlide8.xml" Id="R6a4c2c03e7d54f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B669C-A5EB-4320-936F-9C54FF15E3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ca51edfed4316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21E6E-3805-4806-9410-D0EE339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2371B-9F0F-49B2-8650-6D082B45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D6B66A"/>
                </a:solidFill>
              </a:defRPr>
            </a:pPr>
            <a:r>
              <a:rPr sz="1275" b="1" i="0">
                <a:solidFill>
                  <a:srgbClr val="D6B66A"/>
                </a:solidFill>
              </a:rPr>
              <a:t>CINEVAULT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77CC9-3974-480E-9272-6896AEC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7334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F6F2EC"/>
                </a:solidFill>
              </a:defRPr>
            </a:pPr>
            <a:r>
              <a:rPr sz="4050" b="1" i="0">
                <a:solidFill>
                  <a:srgbClr val="F6F2EC"/>
                </a:solidFill>
              </a:rPr>
              <a:t>A cinema booking</a:t>
            </a:r>
          </a:p>
          <a:p xmlns:a="http://schemas.openxmlformats.org/drawingml/2006/main">
            <a:pPr algn="l">
              <a:defRPr sz="4050" b="1" i="0">
                <a:solidFill>
                  <a:srgbClr val="F6F2EC"/>
                </a:solidFill>
              </a:defRPr>
            </a:pPr>
            <a:r>
              <a:rPr sz="4050" b="1" i="0">
                <a:solidFill>
                  <a:srgbClr val="F6F2EC"/>
                </a:solidFill>
              </a:rPr>
              <a:t>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70E43-64FA-4E53-8C78-8ECB64B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 i="0">
                <a:solidFill>
                  <a:srgbClr val="E3DED8"/>
                </a:solidFill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E3DED8"/>
                </a:solidFill>
              </a:defRPr>
            </a:pPr>
            <a:r>
              <a:rPr sz="1800" b="0" i="0">
                <a:solidFill>
                  <a:srgbClr val="E3DED8"/>
                </a:solidFill>
              </a:rPr>
              <a:t>Project overview and feature tour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82526-C984-477C-A3E8-EDCC133B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E695A-F1BB-49BD-86BA-7DE0162D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0CBC4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0CBC4"/>
                </a:solidFill>
              </a:defRPr>
            </a:pPr>
            <a:r>
              <a:rPr sz="1350" b="0" i="0">
                <a:solidFill>
                  <a:srgbClr val="D0CBC4"/>
                </a:solidFill>
              </a:rPr>
              <a:t>React  ·  Vite  ·  OMDb movie search</a:t>
            </a:r>
          </a:p>
        </p:txBody>
      </p:sp>
    </p:spTree>
    <p:extLst>
      <p:ext uri="{BB962C8B-B14F-4D97-AF65-F5344CB8AC3E}">
        <p14:creationId xmlns:p14="http://schemas.microsoft.com/office/powerpoint/2010/main" val="1842200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285B4-32E6-4FCF-B2FC-1F415672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7EC0-955F-4718-AB27-AE9C7A98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A movie booking experience in one web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E6C4D-BFE1-4669-9909-C6C416D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59581-0395-4C52-8624-F90579E8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76319-A55A-43C5-B3ED-3504D7D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6F2EC"/>
                </a:solidFill>
              </a:defRPr>
            </a:pPr>
            <a:r>
              <a:rPr sz="2175" b="1" i="0">
                <a:solidFill>
                  <a:srgbClr val="F6F2EC"/>
                </a:solidFill>
              </a:rPr>
              <a:t>CineVault brings the cinema visit into a single guided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141D9-20D8-42AA-86A9-E02AA7FC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D6D1CB"/>
                </a:solidFill>
              </a:defRPr>
            </a:pPr>
            <a:r>
              <a:rPr sz="1725" b="0" i="0">
                <a:solidFill>
                  <a:srgbClr val="D6D1CB"/>
                </a:solidFill>
              </a:rPr>
              <a:t>People can discover films, choose a showtime, select seats, add concessions, and receive a digital ticket.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EE02B-6609-4861-AE56-00E27534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029BE-7B8A-4FA0-9AB6-2824407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3DFD6-27E3-44AD-9B85-7968D69F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6F2EC"/>
                </a:solidFill>
              </a:defRPr>
            </a:pPr>
            <a:r>
              <a:rPr sz="1800" b="1" i="0">
                <a:solidFill>
                  <a:srgbClr val="F6F2EC"/>
                </a:solidFill>
              </a:rPr>
              <a:t>Responsive cinema booking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4EAEF-2019-4A82-8707-785E9FCE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AUDIENCE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CAA8D-9A0C-43BB-B759-05B09D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F6F2EC"/>
                </a:solidFill>
              </a:defRPr>
            </a:pPr>
            <a:r>
              <a:rPr sz="1800" b="1" i="0">
                <a:solidFill>
                  <a:srgbClr val="F6F2EC"/>
                </a:solidFill>
              </a:rPr>
              <a:t>Moviegoers exploring a theater visit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A90A2-C1D5-4363-BEAE-9D3D597C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AA5A0"/>
                </a:solidFill>
              </a:defRPr>
            </a:pPr>
            <a:r>
              <a:rPr sz="1350" b="0" i="0">
                <a:solidFill>
                  <a:srgbClr val="AAA5A0"/>
                </a:solidFill>
              </a:rPr>
              <a:t>Built as a polished front-end demonstration. Booking and payment data stay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92492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14EF7-46F8-43A1-8562-2204461B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E632D-2317-4540-9ECE-6B6F2525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The booking flow has five clear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0CF2E-CD76-4B64-96FE-142934D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38CF5-90DB-4844-915F-68FF942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C31C8-A46B-4C89-B3C0-7C67A38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223EB-7C23-4136-814B-E648884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AE611-7297-4A04-9BB2-9140F73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Browse the catalog or search movies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4B2DB-AB70-4A3E-BD27-59ADC27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EBD10-1BB2-4058-BD72-0659E2EE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AB34F-A399-492A-A23C-E5C9A9C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8F004-390A-4452-930F-C7D3CE6B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Open a film and pick a showtime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4E06B-2837-442A-97A0-7A8C22F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2F5CE-5419-4C11-990C-40025D18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AE22F-9D2B-4B84-AD57-AFC3CC42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RESERVE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102CC-1C76-4166-B4FC-35DE6E7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Select available seats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5C7C0-F538-4ACB-9D03-737B928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B8EF8-F675-43F7-9FCD-E682E27F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09C9B-1027-40B5-827F-17DDCB7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ADD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67381-20A3-406B-8F4D-56256EFD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Choose snacks or skip them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A8F91-B3E7-45FD-B382-C850D24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78B85-1F38-4C46-A103-7633365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0BE31-FA55-49A7-8760-5D1E179C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6B66A"/>
                </a:solidFill>
              </a:defRPr>
            </a:pPr>
            <a:r>
              <a:rPr sz="1200" b="1" i="0">
                <a:solidFill>
                  <a:srgbClr val="D6B66A"/>
                </a:solidFill>
              </a:rPr>
              <a:t>CONFIRM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5464B-3494-47F1-81FC-F2C10695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1752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6F2EC"/>
                </a:solidFill>
              </a:defRPr>
            </a:pPr>
            <a:r>
              <a:rPr sz="1500" b="1" i="0">
                <a:solidFill>
                  <a:srgbClr val="F6F2EC"/>
                </a:solidFill>
              </a:rPr>
              <a:t>Complete the demo checkout and view a 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08557-0304-4EF3-B870-021D0EB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AAA5A0"/>
                </a:solidFill>
              </a:defRPr>
            </a:pPr>
            <a:r>
              <a:rPr sz="1500" b="0" i="0">
                <a:solidFill>
                  <a:srgbClr val="AAA5A0"/>
                </a:solidFill>
              </a:rPr>
              <a:t>The interface carries the selected film, showtime, seats, and snack total into checkout.</a:t>
            </a:r>
          </a:p>
        </p:txBody>
      </p:sp>
    </p:spTree>
    <p:extLst>
      <p:ext uri="{BB962C8B-B14F-4D97-AF65-F5344CB8AC3E}">
        <p14:creationId xmlns:p14="http://schemas.microsoft.com/office/powerpoint/2010/main" val="1293401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F90E7-A75A-484E-B4B9-D034CF7F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80C38-D35C-4A83-BAE6-8E4005B3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Film discovery combines a local catalog with OMDb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DB9AB-C599-4032-8406-7519A375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DE8A6-37E9-4A53-AE86-E49E7BC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661AB-61F2-4163-B3CE-D1834061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LOCAL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7C066-F222-41CD-A7D1-4CD5FDA7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4291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F6F2EC"/>
                </a:solidFill>
              </a:defRPr>
            </a:pPr>
            <a:r>
              <a:rPr sz="1650" b="0" i="0">
                <a:solidFill>
                  <a:srgbClr val="F6F2EC"/>
                </a:solidFill>
              </a:rPr>
              <a:t>A built-in set of movie records supports the home page and browsing when online lookup is unavailable.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8F50C-04AC-4B4B-8FF8-7CEF5E9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2405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64FC9-8166-4B35-A58C-7A7F4EA9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ONLINE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72C2B-261C-4BBC-8285-C883AB15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F6F2EC"/>
                </a:solidFill>
              </a:defRPr>
            </a:pPr>
            <a:r>
              <a:rPr sz="1650" b="0" i="0">
                <a:solidFill>
                  <a:srgbClr val="F6F2EC"/>
                </a:solidFill>
              </a:rPr>
              <a:t>Debounced title search calls OMDb. Search results can open a detail view with fetched movie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0915B-BB6D-4B62-98A3-4BE4928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EXTRA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84924-9547-4E99-8302-E12D165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AAA5A0"/>
                </a:solidFill>
              </a:defRPr>
            </a:pPr>
            <a:r>
              <a:rPr sz="1500" b="0" i="0">
                <a:solidFill>
                  <a:srgbClr val="AAA5A0"/>
                </a:solidFill>
              </a:rPr>
              <a:t>Users can save an OMDb key in localStorage. The app also includes a default key and local search fallbacks.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1ED34-870F-4A4E-9725-5D1800B8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AAA5A0"/>
                </a:solidFill>
              </a:defRPr>
            </a:pPr>
            <a:r>
              <a:rPr sz="1425" b="0" i="0">
                <a:solidFill>
                  <a:srgbClr val="AAA5A0"/>
                </a:solidFill>
              </a:rPr>
              <a:t>Genres  ·  Posters  ·  Ratings  ·  Film details</a:t>
            </a:r>
          </a:p>
        </p:txBody>
      </p:sp>
    </p:spTree>
    <p:extLst>
      <p:ext uri="{BB962C8B-B14F-4D97-AF65-F5344CB8AC3E}">
        <p14:creationId xmlns:p14="http://schemas.microsoft.com/office/powerpoint/2010/main" val="740716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8C9F1-EDE1-4510-A40C-76CE64A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CAC86-0FFB-4DD1-915F-03B50F83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A booking includes seats, snacks, and showtime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33017-7F31-43FC-84E1-E31C7803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3E75B-334E-4A46-A72E-FBA82C5B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F3EB4-C000-4D39-B01A-8EC0DB5C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A01E0-8761-43CD-BC41-73B615CE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F2EC"/>
                </a:solidFill>
              </a:defRPr>
            </a:pPr>
            <a:r>
              <a:rPr sz="1875" b="1" i="0">
                <a:solidFill>
                  <a:srgbClr val="F6F2EC"/>
                </a:solidFill>
              </a:rPr>
              <a:t>Movie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D0F7A-F761-4C55-B688-F8F926B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56CEE-A55A-49B6-B407-49B11073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6D1CB"/>
                </a:solidFill>
              </a:defRPr>
            </a:pPr>
            <a:r>
              <a:rPr sz="1500" b="0" i="0">
                <a:solidFill>
                  <a:srgbClr val="D6D1CB"/>
                </a:solidFill>
              </a:rPr>
              <a:t>See the plot, cast, director, runtime, rating, base price, and showtimes.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3C585-AFFB-4B79-A113-04211E04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ADD3F-13F1-47C5-BED2-F952CA1E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F2EC"/>
                </a:solidFill>
              </a:defRPr>
            </a:pPr>
            <a:r>
              <a:rPr sz="1875" b="1" i="0">
                <a:solidFill>
                  <a:srgbClr val="F6F2EC"/>
                </a:solidFill>
              </a:rPr>
              <a:t>Seat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4C6F-9C2B-4E49-94C9-76F7D74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FDEC3-F095-41FF-8338-827D5BA3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6D1CB"/>
                </a:solidFill>
              </a:defRPr>
            </a:pPr>
            <a:r>
              <a:rPr sz="1500" b="0" i="0">
                <a:solidFill>
                  <a:srgbClr val="D6D1CB"/>
                </a:solidFill>
              </a:rPr>
              <a:t>Choose seats from a theater layout with row-based price multipliers and sample reserved seats.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06B66-66B7-40E7-85CD-CC053161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 i="0">
                <a:solidFill>
                  <a:srgbClr val="D92D32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D92D32"/>
                </a:solidFill>
              </a:defRPr>
            </a:pPr>
            <a:r>
              <a:rPr sz="2250" b="1" i="0">
                <a:solidFill>
                  <a:srgbClr val="D92D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31634-CDA0-4C0C-B910-5779CD93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6F2EC"/>
                </a:solidFill>
              </a:defRPr>
            </a:pPr>
            <a:r>
              <a:rPr sz="1875" b="1" i="0">
                <a:solidFill>
                  <a:srgbClr val="F6F2EC"/>
                </a:solidFill>
              </a:rPr>
              <a:t>Concessions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F6D11-02BC-435F-AF9E-F2E0882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6CDEB-BDDC-4720-A0A7-C4EE0E1F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D6D1CB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6D1CB"/>
                </a:solidFill>
              </a:defRPr>
            </a:pPr>
            <a:r>
              <a:rPr sz="1500" b="0" i="0">
                <a:solidFill>
                  <a:srgbClr val="D6D1CB"/>
                </a:solidFill>
              </a:rPr>
              <a:t>Adjust snack quantities and carry the subtotal into the checkout summary.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4B48A-E4AD-4850-BE08-874478A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AA5A0"/>
                </a:solidFill>
              </a:defRPr>
            </a:pPr>
            <a:r>
              <a:rPr sz="1350" b="0" i="0">
                <a:solidFill>
                  <a:srgbClr val="AAA5A0"/>
                </a:solidFill>
              </a:rPr>
              <a:t>Pricing uses Indian rupees (₹) and includes a displayed convenience fee at checkout.</a:t>
            </a:r>
          </a:p>
        </p:txBody>
      </p:sp>
    </p:spTree>
    <p:extLst>
      <p:ext uri="{BB962C8B-B14F-4D97-AF65-F5344CB8AC3E}">
        <p14:creationId xmlns:p14="http://schemas.microsoft.com/office/powerpoint/2010/main" val="1046423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A2F3F-044D-4E64-8741-FD21ED87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1A1CF-AE20-45CD-B491-A409A5E0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Checkout creates a local booking record and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DCD86-25B7-4B84-AD33-36E3017A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F4BC0-9F27-4569-ACA2-C3E616AE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E422D-1B96-42A1-97E2-2487CE50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CHECKOUT 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0C45D-A770-4BAB-96EB-C92715B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Card, UPI, and cash options are presented. Submitting the form waits briefly, then creates a booking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AD0A1-F275-43DF-8719-9CE4E95D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TICKET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A05B9-AAD4-46A7-BA4C-CBC3C20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The ticket shows the film, date, time, seats, venue, amount, and a printable pass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07F3D-350F-4651-9700-ECC4474D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6061C-17AC-4059-8203-640DA510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SAVED 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CB4A2-8A74-4B88-B0CD-5A196F8E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F6F2EC"/>
                </a:solidFill>
              </a:defRPr>
            </a:pPr>
            <a:r>
              <a:rPr sz="1650" b="0" i="0">
                <a:solidFill>
                  <a:srgbClr val="F6F2EC"/>
                </a:solidFill>
              </a:rPr>
              <a:t>Confirmed records persist in this browser with localStorage and appear in “My Bookings.”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5AB61-6B08-45F1-BEF4-177C602D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AA5A0"/>
                </a:solidFill>
              </a:defRPr>
            </a:pPr>
            <a:r>
              <a:rPr sz="1350" b="0" i="0">
                <a:solidFill>
                  <a:srgbClr val="AAA5A0"/>
                </a:solidFill>
              </a:rPr>
              <a:t>The displayed QR pattern is decorative. No payment authorization, ticket validation, or server-side reservation occurs.</a:t>
            </a:r>
          </a:p>
        </p:txBody>
      </p:sp>
    </p:spTree>
    <p:extLst>
      <p:ext uri="{BB962C8B-B14F-4D97-AF65-F5344CB8AC3E}">
        <p14:creationId xmlns:p14="http://schemas.microsoft.com/office/powerpoint/2010/main" val="2126007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16825-EA9B-4FAE-822F-20191A7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D02D-B513-49F7-8693-332E3A9E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The codebase separates screens, data, and movie lookup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07601-C23B-49A3-915F-5AAA7F2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68940-D89C-4E76-9EF2-91012BA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A905E-DE4C-4F5F-9BE4-9672610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D6B66A"/>
                </a:solidFill>
              </a:defRPr>
            </a:pPr>
            <a:r>
              <a:rPr sz="1425" b="1" i="0">
                <a:solidFill>
                  <a:srgbClr val="D6B66A"/>
                </a:solidFill>
              </a:rPr>
              <a:t>src/App.jsx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08184-28ED-44DD-9A34-131C9C3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App state, navigation, search, and booking orchestration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37FCC-3D15-4E64-90CB-CD854C5A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CBF25-9903-47B9-9023-6F4143E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src/components/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5036B-C917-462E-82F4-5FFD4BD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38425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Navbar, movie views, seat/snack pickers, payment, ticket, and modals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C4872-77E8-458D-B5E0-9F08611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1E368-C7A6-42AD-BE98-03456CE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src/data/initialMovies.js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D2977-3068-43C4-A18B-063550F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Sample movie catalog, showtimes, seating, and snacks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CB2D9-6EF6-444F-B680-B3C4DE6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85104-9155-4988-8F55-4BA33822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src/services/movieApi.js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0C56A-56EF-4972-8DD9-2AC4596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43375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OMDb search/detail requests and local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44986-EAE8-432F-A7D4-2B37FCE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7022D-3C62-473D-95AA-CD25930B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6F2EC"/>
                </a:solidFill>
              </a:defRPr>
            </a:pPr>
            <a:r>
              <a:rPr sz="1425" b="1" i="0">
                <a:solidFill>
                  <a:srgbClr val="F6F2EC"/>
                </a:solidFill>
              </a:rPr>
              <a:t>src/index.css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4D51B-932F-415F-B26A-077F9E1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95850"/>
            <a:ext cx="721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0">
                <a:solidFill>
                  <a:srgbClr val="D2CDC7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D2CDC7"/>
                </a:solidFill>
              </a:defRPr>
            </a:pPr>
            <a:r>
              <a:rPr sz="1350" b="0" i="0">
                <a:solidFill>
                  <a:srgbClr val="D2CDC7"/>
                </a:solidFill>
              </a:rPr>
              <a:t>Responsive styling and the dark cinema visual theme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257E8-778C-493C-9478-4F6321C1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AA5A0"/>
                </a:solidFill>
              </a:defRPr>
            </a:pPr>
            <a:r>
              <a:rPr sz="1275" b="0" i="0">
                <a:solidFill>
                  <a:srgbClr val="AAA5A0"/>
                </a:solidFill>
              </a:rPr>
              <a:t>Runtime: React 19 with Vite. No server or database is configured.</a:t>
            </a:r>
          </a:p>
        </p:txBody>
      </p:sp>
    </p:spTree>
    <p:extLst>
      <p:ext uri="{BB962C8B-B14F-4D97-AF65-F5344CB8AC3E}">
        <p14:creationId xmlns:p14="http://schemas.microsoft.com/office/powerpoint/2010/main" val="456787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6E11C-529E-4CAD-A0F6-FF557DC4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6B66A"/>
                </a:solidFill>
              </a:defRPr>
            </a:pPr>
            <a:r>
              <a:rPr sz="1050" b="1" i="0">
                <a:solidFill>
                  <a:srgbClr val="D6B66A"/>
                </a:solidFill>
              </a:rPr>
              <a:t>CINEVAULT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18748-62BD-48CC-BDA7-A7E8627D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6F2EC"/>
                </a:solidFill>
              </a:defRPr>
            </a:pPr>
            <a:r>
              <a:rPr sz="2700" b="1" i="0">
                <a:solidFill>
                  <a:srgbClr val="F6F2EC"/>
                </a:solidFill>
              </a:rPr>
              <a:t>Production ticketing needs services beyond this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37108-CA9B-48AB-AC07-89BFF81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AA5FE-D09A-4A3B-ADDB-A285AC55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AAA5A0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AA5A0"/>
                </a:solidFill>
              </a:defRPr>
            </a:pPr>
            <a:r>
              <a:rPr sz="900" b="0" i="0">
                <a:solidFill>
                  <a:srgbClr val="AAA5A0"/>
                </a:solidFill>
              </a:rPr>
              <a:t>CineVault  | 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5F29D-A1E8-42BE-A73C-481CCBA5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IN THE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8E1C9-0DE1-4D07-BE34-0AB5393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Movie browsing and OMDb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8E854-8423-4838-ADA4-1FE62642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Guided seat and snack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3CF81-0C6C-4BED-99B7-54C7B9A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6F2EC"/>
                </a:solidFill>
              </a:defRPr>
            </a:pPr>
            <a:r>
              <a:rPr sz="1575" b="0" i="0">
                <a:solidFill>
                  <a:srgbClr val="F6F2EC"/>
                </a:solidFill>
              </a:rPr>
              <a:t>Simulated checkout and printable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89238-4E49-42E2-88B2-8F958AF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285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F9B85-C334-4BEC-800E-4D21A07C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6B66A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D6B66A"/>
                </a:solidFill>
              </a:defRPr>
            </a:pPr>
            <a:r>
              <a:rPr sz="1125" b="1" i="0">
                <a:solidFill>
                  <a:srgbClr val="D6B66A"/>
                </a:solidFill>
              </a:rPr>
              <a:t>TO SUPPORT REAL 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F7B89-D934-4F03-871A-C840B834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6F2EC"/>
                </a:solidFill>
              </a:defRPr>
            </a:pPr>
            <a:r>
              <a:rPr sz="1500" b="0" i="0">
                <a:solidFill>
                  <a:srgbClr val="F6F2EC"/>
                </a:solidFill>
              </a:rPr>
              <a:t>Server-side seat inventory and reservation locking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7B7C2-3E40-42D0-8986-6AE31EC3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6F2EC"/>
                </a:solidFill>
              </a:defRPr>
            </a:pPr>
            <a:r>
              <a:rPr sz="1500" b="0" i="0">
                <a:solidFill>
                  <a:srgbClr val="F6F2EC"/>
                </a:solidFill>
              </a:rPr>
              <a:t>Payment provider integration and secure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F0DE2-66B1-41F7-A94F-04C635B7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6F2EC"/>
                </a:solidFill>
              </a:defRPr>
            </a:pPr>
            <a:r>
              <a:rPr sz="1500" b="0" i="0">
                <a:solidFill>
                  <a:srgbClr val="F6F2EC"/>
                </a:solidFill>
              </a:rPr>
              <a:t>Persistent booking service and scannable ticket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8D191-3733-41BE-861F-2493FF2A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F6F2EC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6F2EC"/>
                </a:solidFill>
              </a:defRPr>
            </a:pPr>
            <a:r>
              <a:rPr sz="1725" b="1" i="0">
                <a:solidFill>
                  <a:srgbClr val="F6F2EC"/>
                </a:solidFill>
              </a:rPr>
              <a:t>CineVault is a strong front-end prototype for demonstrating the cinema booking journey.</a:t>
            </a:r>
          </a:p>
        </p:txBody>
      </p:sp>
    </p:spTree>
    <p:extLst>
      <p:ext uri="{BB962C8B-B14F-4D97-AF65-F5344CB8AC3E}">
        <p14:creationId xmlns:p14="http://schemas.microsoft.com/office/powerpoint/2010/main" val="167508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2026-10-13T16:24:25.2430000Z</dcterms:created>
  <dcterms:modified xsi:type="dcterms:W3CDTF">2026-10-13T16:24:25.2440000Z</dcterms:modified>
</coreProperties>
</file>